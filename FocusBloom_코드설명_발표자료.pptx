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d8df8034d34b1a" /><Relationship Type="http://schemas.openxmlformats.org/officeDocument/2006/relationships/extended-properties" Target="/docProps/app.xml" Id="R20fd73d1000e4603" /><Relationship Type="http://schemas.openxmlformats.org/officeDocument/2006/relationships/officeDocument" Target="/ppt/presentation.xml" Id="Re0ed1983d24a48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231baf6b7f442b"/>
  </p:sldMasterIdLst>
  <p:notesMasterIdLst>
    <p:notesMasterId xmlns:r="http://schemas.openxmlformats.org/officeDocument/2006/relationships" r:id="R35c250eea7894a73"/>
  </p:notesMasterIdLst>
  <p:sldIdLst>
    <p:sldId xmlns:r="http://schemas.openxmlformats.org/officeDocument/2006/relationships" id="256" r:id="Ra77f790e44a34496"/>
    <p:sldId xmlns:r="http://schemas.openxmlformats.org/officeDocument/2006/relationships" id="257" r:id="R0fde5930c7e44c68"/>
    <p:sldId xmlns:r="http://schemas.openxmlformats.org/officeDocument/2006/relationships" id="258" r:id="R0e384b8d15464c3b"/>
    <p:sldId xmlns:r="http://schemas.openxmlformats.org/officeDocument/2006/relationships" id="259" r:id="R703512a4e8c740ea"/>
    <p:sldId xmlns:r="http://schemas.openxmlformats.org/officeDocument/2006/relationships" id="260" r:id="Rb8370ce296934328"/>
    <p:sldId xmlns:r="http://schemas.openxmlformats.org/officeDocument/2006/relationships" id="261" r:id="R758271ffc0b7458c"/>
    <p:sldId xmlns:r="http://schemas.openxmlformats.org/officeDocument/2006/relationships" id="262" r:id="R9c67a1cecffe4278"/>
    <p:sldId xmlns:r="http://schemas.openxmlformats.org/officeDocument/2006/relationships" id="263" r:id="Rc3ca386dc7e14d7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231baf6b7f442b" /><Relationship Type="http://schemas.openxmlformats.org/officeDocument/2006/relationships/theme" Target="/ppt/theme/theme1.xml" Id="R543869767aa84751" /><Relationship Type="http://schemas.openxmlformats.org/officeDocument/2006/relationships/notesMaster" Target="/ppt/notesMasters/notesMaster1.xml" Id="R35c250eea7894a73" /><Relationship Type="http://schemas.openxmlformats.org/officeDocument/2006/relationships/presProps" Target="/ppt/presProps.xml" Id="Rec1269da94a4401e" /><Relationship Type="http://schemas.openxmlformats.org/officeDocument/2006/relationships/viewProps" Target="/ppt/viewProps.xml" Id="R45f343c8806b4cf0" /><Relationship Type="http://schemas.openxmlformats.org/officeDocument/2006/relationships/tableStyles" Target="/ppt/tableStyles.xml" Id="R44be203ecbf04c55" /><Relationship Type="http://schemas.openxmlformats.org/officeDocument/2006/relationships/slide" Target="/ppt/slides/slide1.xml" Id="Ra77f790e44a34496" /><Relationship Type="http://schemas.openxmlformats.org/officeDocument/2006/relationships/slide" Target="/ppt/slides/slide2.xml" Id="R0fde5930c7e44c68" /><Relationship Type="http://schemas.openxmlformats.org/officeDocument/2006/relationships/slide" Target="/ppt/slides/slide3.xml" Id="R0e384b8d15464c3b" /><Relationship Type="http://schemas.openxmlformats.org/officeDocument/2006/relationships/slide" Target="/ppt/slides/slide4.xml" Id="R703512a4e8c740ea" /><Relationship Type="http://schemas.openxmlformats.org/officeDocument/2006/relationships/slide" Target="/ppt/slides/slide5.xml" Id="Rb8370ce296934328" /><Relationship Type="http://schemas.openxmlformats.org/officeDocument/2006/relationships/slide" Target="/ppt/slides/slide6.xml" Id="R758271ffc0b7458c" /><Relationship Type="http://schemas.openxmlformats.org/officeDocument/2006/relationships/slide" Target="/ppt/slides/slide7.xml" Id="R9c67a1cecffe4278" /><Relationship Type="http://schemas.openxmlformats.org/officeDocument/2006/relationships/slide" Target="/ppt/slides/slide8.xml" Id="Rc3ca386dc7e14d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83c65b6537844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3225b8982344a0" /><Relationship Type="http://schemas.openxmlformats.org/officeDocument/2006/relationships/notesMaster" Target="/ppt/notesMasters/notesMaster1.xml" Id="Ra0de047ed86c4a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d686aa4c044dcf" /><Relationship Type="http://schemas.openxmlformats.org/officeDocument/2006/relationships/notesMaster" Target="/ppt/notesMasters/notesMaster1.xml" Id="R9f106066d34f4a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7880599a4745bb" /><Relationship Type="http://schemas.openxmlformats.org/officeDocument/2006/relationships/notesMaster" Target="/ppt/notesMasters/notesMaster1.xml" Id="R2f578e5e0cdd4d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777ac410a84cf6" /><Relationship Type="http://schemas.openxmlformats.org/officeDocument/2006/relationships/notesMaster" Target="/ppt/notesMasters/notesMaster1.xml" Id="R78d5accfac424d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7adba83e8d4aa8" /><Relationship Type="http://schemas.openxmlformats.org/officeDocument/2006/relationships/notesMaster" Target="/ppt/notesMasters/notesMaster1.xml" Id="Ra02dfc701fb24b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5d4447de68446f" /><Relationship Type="http://schemas.openxmlformats.org/officeDocument/2006/relationships/notesMaster" Target="/ppt/notesMasters/notesMaster1.xml" Id="Rb1fe64e38f4d49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787ceb2ee04e9f" /><Relationship Type="http://schemas.openxmlformats.org/officeDocument/2006/relationships/notesMaster" Target="/ppt/notesMasters/notesMaster1.xml" Id="R39fa208c26dd43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c41ee6afeb4c0e" /><Relationship Type="http://schemas.openxmlformats.org/officeDocument/2006/relationships/notesMaster" Target="/ppt/notesMasters/notesMaster1.xml" Id="Rf1caeb4401ca42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f61af9c995456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4b0091abf1b438c" /><Relationship Type="http://schemas.openxmlformats.org/officeDocument/2006/relationships/slideLayout" Target="/ppt/slideLayouts/slideLayout2.xml" Id="Rd51f6fd1978543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1f6fd1978543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1ec25bea054cb8" /><Relationship Type="http://schemas.openxmlformats.org/officeDocument/2006/relationships/notesSlide" Target="/ppt/notesSlides/notesSlide1.xml" Id="R2d7a6079816d42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015ea10ac3454b" /><Relationship Type="http://schemas.openxmlformats.org/officeDocument/2006/relationships/notesSlide" Target="/ppt/notesSlides/notesSlide2.xml" Id="R58652ddae99644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9abc2bf27b49d9" /><Relationship Type="http://schemas.openxmlformats.org/officeDocument/2006/relationships/notesSlide" Target="/ppt/notesSlides/notesSlide3.xml" Id="R2224f672f85b44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6f15a7f29a48be" /><Relationship Type="http://schemas.openxmlformats.org/officeDocument/2006/relationships/notesSlide" Target="/ppt/notesSlides/notesSlide4.xml" Id="R50efb270414d41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b479105a234b11" /><Relationship Type="http://schemas.openxmlformats.org/officeDocument/2006/relationships/notesSlide" Target="/ppt/notesSlides/notesSlide5.xml" Id="Rbde45171813646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32b445e9cf4915" /><Relationship Type="http://schemas.openxmlformats.org/officeDocument/2006/relationships/notesSlide" Target="/ppt/notesSlides/notesSlide6.xml" Id="Ree3c01cc99ba44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46ed161aef4a2f" /><Relationship Type="http://schemas.openxmlformats.org/officeDocument/2006/relationships/notesSlide" Target="/ppt/notesSlides/notesSlide7.xml" Id="R0891daaf6eac43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8ed0505eaf4af9" /><Relationship Type="http://schemas.openxmlformats.org/officeDocument/2006/relationships/notesSlide" Target="/ppt/notesSlides/notesSlide8.xml" Id="R530ef5bf2ee247c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F01E14-17EB-4DB4-8D42-BAAC77E7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B6950-D01B-4E7E-B5F5-EEF6A3E7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8DE18-72FE-46EA-B0BF-2D79E799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0287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rPr>
              <a:t>Kotlin Android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CC136-B4DD-4238-86AD-39ADABFA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24000"/>
            <a:ext cx="723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FocusBloom</a:t>
            </a:r>
          </a:p>
          <a:p xmlns:a="http://schemas.openxmlformats.org/drawingml/2006/main">
            <a:pPr algn="l">
              <a:defRPr sz="3600" b="1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코드 중심 발표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7F1CA-88D2-442D-A290-CFC5F9C1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647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F6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F6F6A"/>
                </a:solidFill>
                <a:latin typeface="Malgun Gothic"/>
                <a:ea typeface="Malgun Gothic"/>
                <a:cs typeface="Malgun Gothic"/>
              </a:rPr>
              <a:t>집중 루틴 관리 앱의 핵심 기능과 Kotlin 구현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B5178-9595-44AA-BAEB-55D586BA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590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F6A"/>
                </a:solidFill>
                <a:latin typeface="Malgun Gothic"/>
                <a:ea typeface="Malgun Gothic"/>
                <a:cs typeface="Malgun Gothic"/>
              </a:rPr>
              <a:t>모바일 앱 프로그래밍 최종과제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CEF5B-7511-4FF3-A054-0D1F18B1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20015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83593-4D51-460A-8CE2-2E4B2E66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571625"/>
            <a:ext cx="9715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23F54-5529-4BC7-9709-F08B8F97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3375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할 일</a:t>
            </a:r>
          </a:p>
          <a:p xmlns:a="http://schemas.openxmlformats.org/drawingml/2006/main">
            <a:pPr algn="ctr">
              <a:defRPr sz="1950" b="1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타이머</a:t>
            </a:r>
          </a:p>
          <a:p xmlns:a="http://schemas.openxmlformats.org/drawingml/2006/main">
            <a:pPr algn="ctr">
              <a:defRPr sz="1950" b="1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통계</a:t>
            </a:r>
          </a:p>
          <a:p xmlns:a="http://schemas.openxmlformats.org/drawingml/2006/main">
            <a:pPr algn="ctr">
              <a:defRPr sz="1950" b="1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추천</a:t>
            </a:r>
          </a:p>
        </p:txBody>
      </p:sp>
    </p:spTree>
    <p:extLst>
      <p:ext uri="{BB962C8B-B14F-4D97-AF65-F5344CB8AC3E}">
        <p14:creationId xmlns:p14="http://schemas.microsoft.com/office/powerpoint/2010/main" val="10716737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C24930-0955-4BF1-A66E-50E5A092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8FB39-ED33-49DD-BDBF-62A416EC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rPr>
              <a:t>앱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344B5-0200-45EA-B5CC-534464AB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8001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핵심 기능은 하나의 흐름으로 연결된다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BBB3A-07DE-48E6-B152-5E00C3F6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907A2-5402-4989-BF21-8D286689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627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F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F6A"/>
                </a:solidFill>
                <a:latin typeface="Malgun Gothic"/>
                <a:ea typeface="Malgun Gothic"/>
                <a:cs typeface="Malgun Gothic"/>
              </a:rPr>
              <a:t>FocusBloom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B740B-BD37-4ACE-8EE7-1FA83C8B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381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2C1A0-FEBA-4237-A674-25829911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rPr>
              <a:t>1.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42BB1-20F3-4302-A217-5DB57D09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9621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할 일 제목과 집중 시간을 입력한다.</a:t>
            </a:r>
          </a:p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addTask()가 입력값을 검사한다.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B1F1B-6D05-44EB-A469-E5C7347A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19250"/>
            <a:ext cx="2381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1D5075-EB97-4EC3-A784-ED76ABB2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9070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rPr>
              <a:t>2.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BF21A7-7DFE-4F9F-86E0-D298A231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09800"/>
            <a:ext cx="19621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선택한 할 일을 기준으로 CountDownTimer를 실행한다.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3A591A-B66B-4BF1-AA75-5EFFE71F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381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07647F-4779-451C-A50E-67583B79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9070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rPr>
              <a:t>3. 저장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E2177E-1311-41AD-8C19-08EAF9CB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09800"/>
            <a:ext cx="19621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완료 여부와 누적 기록을 SharedPreferences에 저장한다.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11ED66-913C-4CF3-8E87-C65E2784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19250"/>
            <a:ext cx="2095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DA66F3-085F-4E14-8357-FFDF441F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9070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rPr>
              <a:t>4. 추천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A28101-199A-411D-AD48-C67D5992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09800"/>
            <a:ext cx="16764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기록을 바탕으로 다음 집중 시간을 추천한다.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5AA508-C01F-4EDD-B41D-DEBE60A5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3362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C71991-ED8E-4621-BB1B-97BA93A5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C7FE7C-30E9-4300-B1D7-5815D499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63C338-628C-463B-8AB1-EA1C6E1A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990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A3CC10-4536-4E86-A783-91BEC018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29075"/>
            <a:ext cx="948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rPr>
              <a:t>발표 핵심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B1F767-5D12-4F8A-AD24-2954241C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48175"/>
            <a:ext cx="948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각 기능을 단순히 소개하는 것이 아니라, 어떤 함수가 그 기능을 담당하는지 코드 스니펫과 함께 설명한다.</a:t>
            </a:r>
          </a:p>
        </p:txBody>
      </p:sp>
    </p:spTree>
    <p:extLst>
      <p:ext uri="{BB962C8B-B14F-4D97-AF65-F5344CB8AC3E}">
        <p14:creationId xmlns:p14="http://schemas.microsoft.com/office/powerpoint/2010/main" val="21112140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64F5B3-73F7-412A-B12C-1B72DC87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FF313-08C9-4E73-97E8-4E7CC5EB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rPr>
              <a:t>핵심 코드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21447-3663-4E07-AC51-17E9E21C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8001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앱 시작 시 데이터와 화면을 준비하는 onCreate()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1A2A8-1EBF-406E-A3F5-9930C77B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1DA14-2C57-4FEF-868C-187953BF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627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F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F6A"/>
                </a:solidFill>
                <a:latin typeface="Malgun Gothic"/>
                <a:ea typeface="Malgun Gothic"/>
                <a:cs typeface="Malgun Gothic"/>
              </a:rPr>
              <a:t>FocusBloom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7CE73-9665-42AC-9ACF-72BFD87A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905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1BADF5-1E19-443C-852A-C89B15AE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2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53E4A-12C3-45EC-B548-8C7DEB86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556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E7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5E7EB"/>
                </a:solidFill>
                <a:latin typeface="Malgun Gothic"/>
                <a:ea typeface="Malgun Gothic"/>
                <a:cs typeface="Malgun Gothic"/>
              </a:rPr>
              <a:t>MainActivity.kt - onCreate()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7188D-7484-4282-B1AE-0EA4D95C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55626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override fun onCreate(savedInstanceState: Bundle?) {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super.onCreate(savedInstanceState)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prefs = getSharedPreferences(PREFS, MODE_PRIVATE)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loadTasks()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if (tasks.isEmpty()) seedTasks()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buildUi()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refresh()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2D393-109D-4F13-B3B2-865131A9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19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64952-CECA-4D3B-BAE4-CECBC988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90700"/>
            <a:ext cx="4057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rPr>
              <a:t>발표 설명 포인트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9B71BF-30A1-4FAF-A5CB-B9D7A03B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33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80D9A-04E6-48B2-9D97-1E988F5A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47900"/>
            <a:ext cx="392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SharedPreferences를 먼저 준비해 저장 데이터를 사용할 수 있게 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599A6-23F5-4732-86B6-65F492FF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09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3C8E4-22E7-4ABD-A413-EA288658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24150"/>
            <a:ext cx="392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loadTasks()로 이전에 저장한 할 일 목록을 불러온다.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5F9221-3467-47B2-9D37-B1AF1E2E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861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E4A6A8-1D7E-4504-BC7A-1A4EC9EF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00400"/>
            <a:ext cx="392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처음 실행이면 seedTasks()로 예시 데이터를 만든다.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4E9AF8-2C37-48EF-9F62-D129346C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62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13C709-40D2-4823-A5FF-34BFA6AF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76650"/>
            <a:ext cx="392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buildUi()와 refresh()를 나눠 화면 생성과 데이터 표시를 분리했다.</a:t>
            </a:r>
          </a:p>
        </p:txBody>
      </p:sp>
    </p:spTree>
    <p:extLst>
      <p:ext uri="{BB962C8B-B14F-4D97-AF65-F5344CB8AC3E}">
        <p14:creationId xmlns:p14="http://schemas.microsoft.com/office/powerpoint/2010/main" val="4773004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3950CD-A61B-4298-BB96-5125DAC7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DA49C-3D05-4074-971A-26369CFA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rPr>
              <a:t>핵심 코드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3498F-D94C-4A1A-90D3-4C9CBB9D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8001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XML 없이 Kotlin 코드로 화면을 구성하는 buildUi()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363AC-BE78-4910-B553-1DE5FD3B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01456-0679-4F01-822C-23B14D4D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627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F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F6A"/>
                </a:solidFill>
                <a:latin typeface="Malgun Gothic"/>
                <a:ea typeface="Malgun Gothic"/>
                <a:cs typeface="Malgun Gothic"/>
              </a:rPr>
              <a:t>FocusBloom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764E0-F025-4EC1-97B6-B2E99648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6096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EBE68-CE9B-4C60-A302-1BE3529C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609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2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0871A-8950-4C0C-8ACD-C212ADD6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575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E7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5E7EB"/>
                </a:solidFill>
                <a:latin typeface="Malgun Gothic"/>
                <a:ea typeface="Malgun Gothic"/>
                <a:cs typeface="Malgun Gothic"/>
              </a:rPr>
              <a:t>MainActivity.kt - buildUi()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1B48F-D2FF-4496-A36E-751C619E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57531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private fun buildUi() {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val scroll = ScrollView(this)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val root = LinearLayout(this).apply {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    orientation = LinearLayout.VERTICAL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    setPadding(dp(18), dp(20), dp(18), dp(24))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scroll.addView(root)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timerText = text("25:00", 48, "#2F766D", true)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progressBar = ProgressBar(this, null,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    android.R.attr.progressBarStyleHorizontal)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root.addView(card())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setContentView(scroll)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8E20A6-2E82-4466-9E26-C2C0BB06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485900"/>
            <a:ext cx="4476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FFF58-B3C1-46C1-AE07-05A303B5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657350"/>
            <a:ext cx="4057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rPr>
              <a:t>발표 설명 포인트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3B855-7EB1-43D4-BDB7-A25081FE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00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4C578-D7B4-4CE6-A073-BC64C583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114550"/>
            <a:ext cx="392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ScrollView 안에 LinearLayout을 두어 세로 스크롤 화면을 만든다.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9A2C1E-F836-4EA6-83A7-810F3C1D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676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E6B58E-C006-46A7-B99A-1382E107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590800"/>
            <a:ext cx="392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TextView, Button, EditText, ProgressBar를 Kotlin 코드에서 직접 생성한다.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199DD-D7FD-40D5-97CB-799E56BB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1527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43D554-F1FE-485B-ACFF-AEFE17A8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067050"/>
            <a:ext cx="392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card(), text(), primaryButton() 같은 보조 함수로 반복 UI를 줄였다.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F34BE0-C075-41CE-8DB6-6CA7B735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629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F9EA5F-4470-4FED-9F0D-0C17C20F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543300"/>
            <a:ext cx="392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타이머/입력/목록/통계 영역을 하나의 화면에 배치했다.</a:t>
            </a:r>
          </a:p>
        </p:txBody>
      </p:sp>
    </p:spTree>
    <p:extLst>
      <p:ext uri="{BB962C8B-B14F-4D97-AF65-F5344CB8AC3E}">
        <p14:creationId xmlns:p14="http://schemas.microsoft.com/office/powerpoint/2010/main" val="18786025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659A69-B876-4906-8F49-84353C06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0DE91-D104-469C-B9DB-8603EDB6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rPr>
              <a:t>핵심 코드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877CD-9691-4E41-89AD-EF20BEFC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8001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할 일 등록은 데이터 객체와 저장 호출이 핵심이다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B7D2F-FDF0-4380-BEA4-D9AF60CC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CCDD6-D97E-48BC-B209-98B73989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627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F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F6A"/>
                </a:solidFill>
                <a:latin typeface="Malgun Gothic"/>
                <a:ea typeface="Malgun Gothic"/>
                <a:cs typeface="Malgun Gothic"/>
              </a:rPr>
              <a:t>FocusBloom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E76E7-B16F-41D7-AA13-B32BBEFD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63341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DD471-40B8-407C-A68D-E8EE5ADD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6334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2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6A1D8A-FDE7-46BF-9BDB-1C1D4417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59912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E7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5E7EB"/>
                </a:solidFill>
                <a:latin typeface="Malgun Gothic"/>
                <a:ea typeface="Malgun Gothic"/>
                <a:cs typeface="Malgun Gothic"/>
              </a:rPr>
              <a:t>MainActivity.kt - FocusTask / addTask()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6815F-7631-4C63-A4A5-89B66391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991225" cy="378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private data class FocusTask(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val title: String,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val minutes: Int,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var done: Boolean = false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private fun addTask() {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val title = titleInput.text.toString().trim()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val minutes = parseMinutes(minutesInput.text.toString().trim())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if (title.isEmpty()) {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    Toast.makeText(this, "할 일을 입력하세요.",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        Toast.LENGTH_SHORT).show()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    return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tasks.add(FocusTask(title, minutes))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saveTasks()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resetTimer()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refresh()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1501B-FA8F-4475-898C-26962AC5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81125"/>
            <a:ext cx="43338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11E10A-2805-4352-AC07-2882E8EF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552575"/>
            <a:ext cx="3914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rPr>
              <a:t>발표 설명 포인트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E277B-0C4B-4B57-B0B7-8E2E5C74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95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497A6-64CF-41FA-BBE5-94409E64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09775"/>
            <a:ext cx="37814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FocusTask는 제목, 목표 시간, 완료 여부를 한 번에 담는 데이터 클래스다.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8B8FD0-AD6D-4208-817D-FA33FDC3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71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EF7869-0464-4F1C-8858-F835613D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86025"/>
            <a:ext cx="37814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입력값이 비어 있으면 Toast로 사용자에게 알려준다.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F69CC4-CD81-4F6C-9976-9928F9AF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281A17-62E5-48CE-B815-BB6706DD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62275"/>
            <a:ext cx="37814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목록에 추가한 뒤 saveTasks()로 즉시 저장한다.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F42539-1543-47CB-9ACD-9A4B32D7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24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485E47-1F79-406B-BCEC-3CD6F810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38525"/>
            <a:ext cx="37814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resetTimer()와 refresh()로 타이머와 화면을 최신 상태로 맞춘다.</a:t>
            </a:r>
          </a:p>
        </p:txBody>
      </p:sp>
    </p:spTree>
    <p:extLst>
      <p:ext uri="{BB962C8B-B14F-4D97-AF65-F5344CB8AC3E}">
        <p14:creationId xmlns:p14="http://schemas.microsoft.com/office/powerpoint/2010/main" val="1611548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D799EA-67B2-4EE2-9231-FB596043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206EC-4DDA-4161-8EF7-A9950467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rPr>
              <a:t>핵심 코드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C2E54-78CA-49AF-94EB-53D28F2E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8001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CountDownTimer가 집중 세션의 중심 로직이다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941B8-60DD-441C-B068-4A87B037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9C0F5-925D-49DB-99A7-7D74455C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627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F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F6A"/>
                </a:solidFill>
                <a:latin typeface="Malgun Gothic"/>
                <a:ea typeface="Malgun Gothic"/>
                <a:cs typeface="Malgun Gothic"/>
              </a:rPr>
              <a:t>FocusBloom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CD8A2-9561-400B-8FB7-C7D74879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6286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C41BF-B389-49BD-B58E-30C02C0A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628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2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70987-F22D-47DA-9F93-D2632534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594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E7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5E7EB"/>
                </a:solidFill>
                <a:latin typeface="Malgun Gothic"/>
                <a:ea typeface="Malgun Gothic"/>
                <a:cs typeface="Malgun Gothic"/>
              </a:rPr>
              <a:t>MainActivity.kt - startTimer()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844B3E-8591-4263-B9CC-E995F901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59436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private fun startTimer() {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if (running) return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running = true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timer = object : CountDownTimer(remainingMs, 1000) {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    override fun onTick(millisUntilFinished: Long) {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        remainingMs = millisUntilFinished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        updateTimerView()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    override fun onFinish() {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        running = false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        remainingMs = 0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        completeSession()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        refresh()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}.also { it.start() }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927DD-6145-4442-87C6-3363886A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447800"/>
            <a:ext cx="43338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FD557-ECDE-49F1-983B-738EB9D0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19250"/>
            <a:ext cx="3914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rPr>
              <a:t>발표 설명 포인트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C3804-817A-4F10-8E14-A2A33BFC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62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47C1A-3E72-4D30-9443-7C6B133B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76450"/>
            <a:ext cx="37814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CountDownTimer는 1초마다 onTick()을 호출한다.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6EC36-D1F5-4EEC-B0D6-5B869DE3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38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99DFB6-CE57-4AD1-8617-0D589003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52700"/>
            <a:ext cx="37814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onTick()에서 남은 시간을 저장하고 화면을 갱신한다.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F11900-F996-4A77-91FE-3CDDCC61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146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035C74-2051-4A74-9948-45C79004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28950"/>
            <a:ext cx="37814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onFinish()에서 세션 완료 처리와 통계 갱신을 실행한다.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BFE054-87E0-4C3B-90CF-B73F7EE4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90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1EEF4B-4E26-45FA-9F9A-A8D6A4B5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05200"/>
            <a:ext cx="37814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running 값으로 중복 시작을 막아 타이머 상태를 안정적으로 관리한다.</a:t>
            </a:r>
          </a:p>
        </p:txBody>
      </p:sp>
    </p:spTree>
    <p:extLst>
      <p:ext uri="{BB962C8B-B14F-4D97-AF65-F5344CB8AC3E}">
        <p14:creationId xmlns:p14="http://schemas.microsoft.com/office/powerpoint/2010/main" val="50326296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25A2A4-DF94-4603-A21B-04C01713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76E83-2FDF-4B63-8E86-298062E4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rPr>
              <a:t>핵심 코드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5E23A-136C-44E0-826E-C81FA00B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8001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할 일 목록을 저장하는 SharedPreferences 코드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6EEC0-15E9-45D9-AE1A-E32367CF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08B28-E2A2-43D4-A975-6E50278B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627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F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F6A"/>
                </a:solidFill>
                <a:latin typeface="Malgun Gothic"/>
                <a:ea typeface="Malgun Gothic"/>
                <a:cs typeface="Malgun Gothic"/>
              </a:rPr>
              <a:t>FocusBloom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03E72-6443-4B65-9427-2CCCD260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647700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DF0A2-C4FC-4234-8267-F87193FC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647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2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0A10D-E965-47D6-8E2C-749F1D48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613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E7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5E7EB"/>
                </a:solidFill>
                <a:latin typeface="Malgun Gothic"/>
                <a:ea typeface="Malgun Gothic"/>
                <a:cs typeface="Malgun Gothic"/>
              </a:rPr>
              <a:t>MainActivity.kt - saveTasks() / loadTasks()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B4D6B-75B7-4650-8601-5257AA89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6134100" cy="378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private fun saveTasks() {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val array = JSONArray()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tasks.forEach { task -&gt;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    array.put(JSONObject()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        .put("title", task.title)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        .put("minutes", task.minutes)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        .put("done", task.done))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prefs.edit()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    .putString(KEY_TASKS, array.toString())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    .apply()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private fun loadTasks() {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val array = JSONArray(prefs.getString(KEY_TASKS, "[]"))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// JSON 배열을 FocusTask 목록으로 복원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B9A01E-0EC0-4EA9-8E08-A83050DE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81125"/>
            <a:ext cx="419100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8DEAF-C00D-430F-AE79-1660D374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552575"/>
            <a:ext cx="3771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rPr>
              <a:t>발표 설명 포인트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5AAF2C-84EF-401E-8480-BB25FF56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95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538707-5868-4715-8984-AE3B831D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9775"/>
            <a:ext cx="3638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SharedPreferences는 간단한 로컬 저장에 적합하다.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2785C9-60C5-43FD-BC4E-D45AED0B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71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382904-6C76-4433-9209-6C6DFF51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86025"/>
            <a:ext cx="3638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목록 데이터는 JSON 배열 문자열로 변환해 저장한다.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F500AA-8ED9-4D0D-B871-EF7CEE73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48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A66FB1-56A6-41C8-8B4C-1B7B093E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62275"/>
            <a:ext cx="3638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앱을 다시 켜면 loadTasks()가 JSON을 읽어 객체 목록으로 복원한다.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F58580-C505-49A5-81EE-67E5AAA5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24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601FA4-C998-4D78-975D-34388775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38525"/>
            <a:ext cx="3638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별도 서버나 DB 없이도 과제 규모에 맞는 영구 저장을 구현했다.</a:t>
            </a:r>
          </a:p>
        </p:txBody>
      </p:sp>
    </p:spTree>
    <p:extLst>
      <p:ext uri="{BB962C8B-B14F-4D97-AF65-F5344CB8AC3E}">
        <p14:creationId xmlns:p14="http://schemas.microsoft.com/office/powerpoint/2010/main" val="21123831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029A91-24F3-477D-8500-54A368E6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4A665-6B1C-425F-A17F-0A1406C7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rPr>
              <a:t>핵심 코드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C5770-5105-4081-98FB-72B9AFD1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8001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추천 시간은 사용 기록을 반영하는 규칙 기반 로직이다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698E0-3A3C-43E5-88A4-70334657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308D4-769A-42B4-B3FD-A9B9D0D8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627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F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F6A"/>
                </a:solidFill>
                <a:latin typeface="Malgun Gothic"/>
                <a:ea typeface="Malgun Gothic"/>
                <a:cs typeface="Malgun Gothic"/>
              </a:rPr>
              <a:t>FocusBloom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FAC81-E0DA-47E9-A41C-922A1025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6000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6E53F-8278-4265-896C-4E6B3FB2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600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2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4F926-4654-45F8-9820-E069EB63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565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E7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5E7EB"/>
                </a:solidFill>
                <a:latin typeface="Malgun Gothic"/>
                <a:ea typeface="Malgun Gothic"/>
                <a:cs typeface="Malgun Gothic"/>
              </a:rPr>
              <a:t>MainActivity.kt - recommendMinutes()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36CF9-A51F-4211-A7CF-1CF96D2C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56578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private fun recommendMinutes(): Int {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val open = countOpenTasks()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val sessions = prefs.getInt(KEY_COMPLETED_SESSIONS, 0)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val total = prefs.getInt(KEY_TOTAL_MINUTES, 0)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val average = averageMinutes(total, sessions)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return when {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    open &gt;= 5 -&gt; 15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    average &gt;= 35 -&gt; 30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    sessions &gt;= 3 -&gt; 25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    else -&gt; 20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8FAFC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246C6-062D-40DC-9E0E-D636E5C4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24000"/>
            <a:ext cx="4476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32208-1121-4BB6-8883-1896A1E8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4057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66D"/>
                </a:solidFill>
                <a:latin typeface="Malgun Gothic"/>
                <a:ea typeface="Malgun Gothic"/>
                <a:cs typeface="Malgun Gothic"/>
              </a:rPr>
              <a:t>발표 설명 포인트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CE6FE-D74E-40FF-BF7D-0A8C3626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38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B4E305-6A12-4763-BBCD-2321EE37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52650"/>
            <a:ext cx="392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남은 할 일이 많으면 부담을 줄이기 위해 짧은 15분을 추천한다.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A51DC-ABA0-43EF-88A5-4B1AE698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14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8B98F4-3869-4807-9DA3-2978EDD5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28900"/>
            <a:ext cx="392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평균 집중 시간이 길면 더 긴 30분 세션을 추천한다.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171E4E-34C5-406A-A576-1911CCF4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90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AAD83D-1FBC-4CD7-A2ED-ADC4422D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05150"/>
            <a:ext cx="392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완료 세션 수가 쌓이면 기본 추천을 25분으로 올린다.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8F3FF7-7BCD-4EB3-9666-F9442F45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671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6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F53ECB-455A-4D53-8241-8C6BA937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81400"/>
            <a:ext cx="3924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단순 타이머가 아니라 사용자 기록을 반영한다는 점이 독창적이다.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991E65-CD54-4FA2-A919-17035EC8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81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11F"/>
                </a:solidFill>
                <a:latin typeface="Malgun Gothic"/>
                <a:ea typeface="Malgun Gothic"/>
                <a:cs typeface="Malgun Gothic"/>
              </a:rPr>
              <a:t>마무리: FocusBloom은 할 일 관리, 타이머, 저장, 통계, 추천을 하나의 학습 루틴 흐름으로 연결한 앱이다.</a:t>
            </a:r>
          </a:p>
        </p:txBody>
      </p:sp>
    </p:spTree>
    <p:extLst>
      <p:ext uri="{BB962C8B-B14F-4D97-AF65-F5344CB8AC3E}">
        <p14:creationId xmlns:p14="http://schemas.microsoft.com/office/powerpoint/2010/main" val="2345261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2026-05-25T13:53:39.4010000Z</dcterms:created>
  <dcterms:modified xsi:type="dcterms:W3CDTF">2026-05-25T13:53:39.4010000Z</dcterms:modified>
</coreProperties>
</file>